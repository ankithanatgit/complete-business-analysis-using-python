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Transaction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Overview of customer spending, behavior patterns, and revenue drivers.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Fields analyzed: Transaction Amount, Age, Income, Account Balance, Loyalty Points, Category, City, Payment Method.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Average customer age ~44 years</a:t>
            </a:r>
          </a:p>
          <a:p>
            <a:pPr>
              <a:defRPr sz="1800"/>
            </a:pPr>
            <a:r>
              <a:t>• Debit &amp; Credit almost equally used</a:t>
            </a:r>
          </a:p>
          <a:p>
            <a:pPr>
              <a:defRPr sz="1800"/>
            </a:pPr>
            <a:r>
              <a:t>• Utilities generate highest revenue</a:t>
            </a:r>
          </a:p>
          <a:p>
            <a:pPr>
              <a:defRPr sz="1800"/>
            </a:pPr>
            <a:r>
              <a:t>• USA is the top revenue country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Behavior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Spending evenly distributed across age groups</a:t>
            </a:r>
          </a:p>
          <a:p>
            <a:pPr>
              <a:defRPr sz="1800"/>
            </a:pPr>
            <a:r>
              <a:t>• High income does not strongly correlate with transaction amount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Utilities, Travel &amp; Entertainment lead sales</a:t>
            </a:r>
          </a:p>
          <a:p>
            <a:pPr>
              <a:defRPr sz="1800"/>
            </a:pPr>
            <a:r>
              <a:t>• Balanced spending across most categories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Fraud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E-Wallet &amp; Credit Card are most used</a:t>
            </a:r>
          </a:p>
          <a:p>
            <a:pPr>
              <a:defRPr sz="1800"/>
            </a:pPr>
            <a:r>
              <a:t>• Fraud cases are fewer than genuine transactions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• Promote utilities &amp; travel offers</a:t>
            </a:r>
          </a:p>
          <a:p>
            <a:pPr>
              <a:defRPr sz="1800"/>
            </a:pPr>
            <a:r>
              <a:t>• Loyalty programs for frequent customers</a:t>
            </a:r>
          </a:p>
          <a:p>
            <a:pPr>
              <a:defRPr sz="1800"/>
            </a:pPr>
            <a:r>
              <a:t>• Monitor fraud-prone transactions closely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Data-driven strategies can significantly improve revenue and customer retention.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